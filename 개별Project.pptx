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94437-2C8E-4423-BF96-FF184B52A0E3}" v="3" dt="2026-03-18T21:17:07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08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JEA OH" userId="004085827990ef31" providerId="LiveId" clId="{8B8B167A-90FF-4BDD-A6CD-843281370BED}"/>
    <pc:docChg chg="addSld delSld modSld">
      <pc:chgData name="YOUNGJEA OH" userId="004085827990ef31" providerId="LiveId" clId="{8B8B167A-90FF-4BDD-A6CD-843281370BED}" dt="2026-03-18T21:20:27.831" v="15" actId="1076"/>
      <pc:docMkLst>
        <pc:docMk/>
      </pc:docMkLst>
      <pc:sldChg chg="add del setBg">
        <pc:chgData name="YOUNGJEA OH" userId="004085827990ef31" providerId="LiveId" clId="{8B8B167A-90FF-4BDD-A6CD-843281370BED}" dt="2026-03-18T21:16:38.298" v="2" actId="47"/>
        <pc:sldMkLst>
          <pc:docMk/>
          <pc:sldMk cId="0" sldId="261"/>
        </pc:sldMkLst>
      </pc:sldChg>
      <pc:sldChg chg="add setBg">
        <pc:chgData name="YOUNGJEA OH" userId="004085827990ef31" providerId="LiveId" clId="{8B8B167A-90FF-4BDD-A6CD-843281370BED}" dt="2026-03-18T21:16:33.052" v="1"/>
        <pc:sldMkLst>
          <pc:docMk/>
          <pc:sldMk cId="0" sldId="262"/>
        </pc:sldMkLst>
      </pc:sldChg>
      <pc:sldChg chg="add setBg">
        <pc:chgData name="YOUNGJEA OH" userId="004085827990ef31" providerId="LiveId" clId="{8B8B167A-90FF-4BDD-A6CD-843281370BED}" dt="2026-03-18T21:17:07.501" v="3"/>
        <pc:sldMkLst>
          <pc:docMk/>
          <pc:sldMk cId="0" sldId="263"/>
        </pc:sldMkLst>
      </pc:sldChg>
      <pc:sldChg chg="addSp modSp new mod">
        <pc:chgData name="YOUNGJEA OH" userId="004085827990ef31" providerId="LiveId" clId="{8B8B167A-90FF-4BDD-A6CD-843281370BED}" dt="2026-03-18T21:20:27.831" v="15" actId="1076"/>
        <pc:sldMkLst>
          <pc:docMk/>
          <pc:sldMk cId="3863244706" sldId="264"/>
        </pc:sldMkLst>
        <pc:picChg chg="add mod">
          <ac:chgData name="YOUNGJEA OH" userId="004085827990ef31" providerId="LiveId" clId="{8B8B167A-90FF-4BDD-A6CD-843281370BED}" dt="2026-03-18T21:20:26.271" v="14" actId="692"/>
          <ac:picMkLst>
            <pc:docMk/>
            <pc:sldMk cId="3863244706" sldId="264"/>
            <ac:picMk id="3" creationId="{545FB28E-3BB5-8091-7715-2612E80C5D14}"/>
          </ac:picMkLst>
        </pc:picChg>
        <pc:picChg chg="add mod">
          <ac:chgData name="YOUNGJEA OH" userId="004085827990ef31" providerId="LiveId" clId="{8B8B167A-90FF-4BDD-A6CD-843281370BED}" dt="2026-03-18T21:20:27.831" v="15" actId="1076"/>
          <ac:picMkLst>
            <pc:docMk/>
            <pc:sldMk cId="3863244706" sldId="264"/>
            <ac:picMk id="5" creationId="{C7C690A2-76C6-6A21-817E-72D25BC87F2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76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858000" y="-457200"/>
            <a:ext cx="3657600" cy="2743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 rot="-600000">
            <a:off x="7315200" y="2743200"/>
            <a:ext cx="2743200" cy="3657600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AIDD 자율 실습 프로젝트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사내 회의실 예약 &amp;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스마트 스케줄링 앱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Driven Development 전 과정을 직접 경험하는 프로젝트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301752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017520" y="4892040"/>
            <a:ext cx="31089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126480" y="4892040"/>
            <a:ext cx="30175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301752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017520" y="4892040"/>
            <a:ext cx="31089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126480" y="4892040"/>
            <a:ext cx="30175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프로젝트 배경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822960"/>
            <a:ext cx="64008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86868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회사 상황: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300명 규모의 IT 기업. 본사 건물 5층에 회의실 12개 보유 (4인실 5개, 8인실 4개, 16인실 2개, 30인실 1개).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현재 관리 방식: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캘린더로 수동 관리 중. 실제 사용 여부 추적 불가, 회의실별 보유 장비 정보 미관리.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92024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192024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예약 충돌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2788920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같은 시간대 중복 예약 빈발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회의 시작 10~15분 지연 일상화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월 평균 충돌 건수 30건 이상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51760" y="2057400"/>
            <a:ext cx="192024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651760" y="2057400"/>
            <a:ext cx="192024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65176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👻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43200" y="2468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유령 회의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61488" y="2788920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예약 후 미사용 비율 약 40%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취소 절차 번거로워 방치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다른 팀의 긴급 회의 불가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057400"/>
            <a:ext cx="192024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192024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5488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공간 낭비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2788920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3명 회의에 16인실 예약 사례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대형 회의실 상시 부족 불만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수용인원 정보 미표시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0" y="2057400"/>
            <a:ext cx="192024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858000" y="2057400"/>
            <a:ext cx="192024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85800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49440" y="2468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장비 불일치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67728" y="2788920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빔프로젝터 필요 시 현장 확인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화상회의 장비 보유 여부 불명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장비 고장 시 공유 체계 없음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301752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017520" y="4892040"/>
            <a:ext cx="31089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126480" y="4892040"/>
            <a:ext cx="30175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요구사항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822960"/>
            <a:ext cx="3931920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사용자 유형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26187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일반 직원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회의실 검색, 예약, 체크인, 취소/변경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관리자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회의실/장비 등록·수정, 사용률 통계 조회, 유령 회의 관리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931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기능 요구사항 (Functional)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35661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사번으로 로그인 (비밀번호 없음, 학습용 간이 인증)</a:t>
            </a:r>
            <a:endParaRPr lang="en-US" sz="9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회의실 목록 조회: 층별, 수용인원별, 장비별 필터링</a:t>
            </a:r>
            <a:endParaRPr lang="en-US" sz="9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예약 생성: 날짜, 시작/종료 시간, 참석자, 필요 장비 선택</a:t>
            </a:r>
            <a:endParaRPr lang="en-US" sz="9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시간 충돌 자동 검증: 동일 회의실 겹치는 시간대 예약 차단</a:t>
            </a:r>
            <a:endParaRPr lang="en-US" sz="9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예약 수정/취소: 본인 예약만 가능, 시작 30분 전까지</a:t>
            </a:r>
            <a:endParaRPr lang="en-US" sz="9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회의실 자동 추천: 인원수 + 장비 조건에 맞는 방 제안</a:t>
            </a:r>
            <a:endParaRPr lang="en-US" sz="9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체크인/체크아웃: 예약 시작 시 체크인 버튼으로 사용 확인</a:t>
            </a:r>
            <a:endParaRPr lang="en-US" sz="9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유령 회의 감지: 예약 시작 15분 후 미체크인 시 자동 해제</a:t>
            </a:r>
            <a:endParaRPr lang="en-US" sz="9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관리자 대시보드: 회의실별 사용률, 유령 회의 현황 통계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3931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비기능 요구사항 (Non-Functional)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1887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API 응답 시간 2초 이내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동시 접속 50명 처리 (학습용 규모)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SQL Injection 방지 (파라미터 바인딩 필수)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입력값 검증: 과거 시간 예약 차단, 최대 4시간 제한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에러 발생 시 사용자 친화적 메시지 반환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모바일 대응 반응형 UI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393192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6344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비즈니스 규칙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063240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1인당 하루 최대 3건 예약 가능</a:t>
            </a:r>
            <a:endParaRPr lang="en-US" sz="9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1건 예약 최대 4시간, 최소 30분</a:t>
            </a:r>
            <a:endParaRPr lang="en-US" sz="9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반복 예약: 최대 4주까지 동일 시간대 일괄 예약</a:t>
            </a:r>
            <a:endParaRPr lang="en-US" sz="9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예약 취소: 시작 30분 전까지만 가능</a:t>
            </a:r>
            <a:endParaRPr lang="en-US" sz="9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유령 회의 판정: 시작 후 15분 이내 미체크인</a:t>
            </a:r>
            <a:endParaRPr lang="en-US" sz="9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관리자만 회의실·장비 정보 등록/수정 가능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301752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017520" y="4892040"/>
            <a:ext cx="31089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126480" y="4892040"/>
            <a:ext cx="30175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기술 제약 조건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822960"/>
            <a:ext cx="3931920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1371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JS (프레임워크 없음)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647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17647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 + Jinja2 템플릿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1579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(단일 파일 meeting_room.db)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5511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551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사번 기반 간이 로그인 (학습용)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9443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배포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29443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run 로컬 실행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337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아키텍처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337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모놀리식 (MVC 패턴)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730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37307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JSON 응답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8229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663440" y="822960"/>
            <a:ext cx="3931920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66344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예상 DB 테이블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13716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정보 (사번, 이름, 부서, 층)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17647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1764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회의실 (이름, 층, 수용인원, 위치)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215798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21579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종류 (빔, 화이트보드 등)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25511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room_equipment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92240" y="25511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회의실-장비 매핑 (다대다)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29443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29443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(시간, 상태, 목적)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33375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reservation_attendees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92240" y="33375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예약-참석자 매핑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46320" y="37307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usage_logs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92240" y="3730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기록 (체크인/아웃 시간)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제약:  직원 300명  |  회의실 12개  |  개발팀 2명  |  일정 6주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301752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017520" y="4892040"/>
            <a:ext cx="31089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126480" y="4892040"/>
            <a:ext cx="30175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평가 체크리스트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822960"/>
            <a:ext cx="3931920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필수 항목 (MVP)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PRD 문서 작성 완료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DB 스키마 설계 및 ERD 작성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프로젝트 초기화 및 DB 생성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사번 로그인 기능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회의실 목록 조회 (필터링)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예약 생성 (시간 충돌 검증)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예약 수정 / 취소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기본 UI (HTML/CSS/JS)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pytest 테스트 3개 이상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README.md 자동 생성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3931920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6344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도전 항목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회의실 자동 추천 알고리즘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체크인 / 체크아웃 기능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유령 회의 자동 해제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관리자 대시보드 (Chart.js)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반복 예약 (매주 같은 시간)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Playwright 통합 테스트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API 문서 (OpenAPI 3.0)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301752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017520" y="4892040"/>
            <a:ext cx="31089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126480" y="4892040"/>
            <a:ext cx="30175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기술 제약 조건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822960"/>
            <a:ext cx="3931920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1371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647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17647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 + Jinja2 템플릿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1579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(단일 파일 meeting_room.db)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5511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연동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551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(도전 항목)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9443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29443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사번 기반 간이 로그인 (학습용)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337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배포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337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run 로컬 실행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730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아키텍처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37307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모놀리식 (MVC), REST API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8229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663440" y="822960"/>
            <a:ext cx="3931920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66344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예상 DB 테이블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13716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정보 (사번, 이름, 부서, 층)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17647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1764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회의실 (이름, 층, 수용인원, 위치)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215798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21579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종류 (빔, 화이트보드 등)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25511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room_equipment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92240" y="25511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회의실-장비 매핑 (다대다)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29443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29443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(시간, 상태, 목적)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33375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reservation_attendees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92240" y="33375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예약-참석자 매핑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46320" y="37307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usage_logs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92240" y="3730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기록 (체크인/아웃 시간)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제약:  직원 300명  |  회의실 12개  |  개발팀 2명  |  일정 6주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301752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017520" y="4892040"/>
            <a:ext cx="31089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126480" y="4892040"/>
            <a:ext cx="30175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평가 체크리스트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82296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822960"/>
            <a:ext cx="3931920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필수 항목 (MVP)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PRD 문서 작성 완료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DB 스키마 설계 및 ERD 작성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프로젝트 초기화 및 DB 생성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사번 로그인 기능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회의실 목록 조회 (필터링)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예약 생성 (시간 충돌 검증)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예약 수정 / 취소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기본 UI (React + Tailwind CSS)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pytest 테스트 3개 이상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README.md 자동 생성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3931920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6344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도전 항목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회의실 자동 추천 알고리즘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체크인/체크아웃 + 유령 회의 자동 해제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관리자 대시보드 (Chart.js)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반복 예약 (매주 같은 시간)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 algn="ctr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Gemini API 연동 —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자연어 예약: "내일 2시 4명 빔프 있는 방"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회의록 자동 요약 (텍스트 입력 → 요약)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예약 현황 자연어 질의 챗봇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5FB28E-3BB5-8091-7715-2612E80C5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77" y="502559"/>
            <a:ext cx="4005123" cy="41383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C690A2-76C6-6A21-817E-72D25BC87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278" y="502559"/>
            <a:ext cx="3709845" cy="257283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63244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1018</Words>
  <Application>Microsoft Office PowerPoint</Application>
  <PresentationFormat>화면 슬라이드 쇼(16:9)</PresentationFormat>
  <Paragraphs>168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회의실 예약 &amp; 스마트 스케줄링 앱</dc:title>
  <dc:subject>PptxGenJS Presentation</dc:subject>
  <dc:creator>AIDD 실습 프로젝트</dc:creator>
  <cp:lastModifiedBy>YOUNGJEA OH</cp:lastModifiedBy>
  <cp:revision>1</cp:revision>
  <dcterms:created xsi:type="dcterms:W3CDTF">2026-03-18T12:06:25Z</dcterms:created>
  <dcterms:modified xsi:type="dcterms:W3CDTF">2026-03-18T21:20:29Z</dcterms:modified>
</cp:coreProperties>
</file>